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Manual Creation</c:v>
                </c:pt>
                <c:pt idx="1">
                  <c:v>GenAI + Review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1.5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Edge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Generated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Edge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13</c:v>
                </c:pt>
                <c:pt idx="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Final After Review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Edge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Postman Collection Automation</a:t>
            </a:r>
          </a:p>
          <a:p>
            <a:r>
              <a:t>FNF Lake 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GenAI-Based API Test Generation</a:t>
            </a:r>
          </a:p>
          <a:p>
            <a:r>
              <a:t>Presented by Vinoda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manual API test setup time</a:t>
            </a:r>
          </a:p>
          <a:p>
            <a:pPr lvl="1"/>
            <a:r>
              <a:t>Improve Positive / Negative / Edge case coverage</a:t>
            </a:r>
          </a:p>
          <a:p>
            <a:pPr lvl="1"/>
            <a:r>
              <a:t>Standardize Postman collections</a:t>
            </a:r>
          </a:p>
          <a:p>
            <a:pPr lvl="1"/>
            <a:r>
              <a:t>Enable scalable and reusable testing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– Why Change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Postman request creation</a:t>
            </a:r>
          </a:p>
          <a:p>
            <a:pPr lvl="1"/>
            <a:r>
              <a:t>Time-consuming test case writing</a:t>
            </a:r>
          </a:p>
          <a:p>
            <a:pPr lvl="1"/>
            <a:r>
              <a:t>Repetitive environment setup</a:t>
            </a:r>
          </a:p>
          <a:p>
            <a:pPr lvl="1"/>
            <a:r>
              <a:t>Inconsistent coverage across APIs</a:t>
            </a:r>
          </a:p>
          <a:p>
            <a:pPr lvl="1"/>
            <a:r>
              <a:t>Slower release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Built – GenAI-Powered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Swagger/OpenAPI specification</a:t>
            </a:r>
          </a:p>
          <a:p>
            <a:pPr lvl="1"/>
            <a:r>
              <a:t>AI generates structured Postman collection</a:t>
            </a:r>
          </a:p>
          <a:p>
            <a:pPr lvl="1"/>
            <a:r>
              <a:t>Auto-creates Positive, Negative &amp; Edge scenarios</a:t>
            </a:r>
          </a:p>
          <a:p>
            <a:pPr lvl="1"/>
            <a:r>
              <a:t>Environment file auto-generated</a:t>
            </a:r>
          </a:p>
          <a:p>
            <a:pPr lvl="1"/>
            <a:r>
              <a:t>Human review ensures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 Comparison: Manual vs GenAI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Coverage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 reduction in Postman setup effort</a:t>
            </a:r>
          </a:p>
          <a:p>
            <a:pPr lvl="1"/>
            <a:r>
              <a:t>Strong baseline test coverage generated automatically</a:t>
            </a:r>
          </a:p>
          <a:p>
            <a:pPr lvl="1"/>
            <a:r>
              <a:t>Standardized API testing approach</a:t>
            </a:r>
          </a:p>
          <a:p>
            <a:pPr lvl="1"/>
            <a:r>
              <a:t>Reusable and scalable across ADM APIs</a:t>
            </a:r>
          </a:p>
          <a:p>
            <a:pPr lvl="1"/>
            <a:r>
              <a:t>GenAI acts as a testing accelerator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